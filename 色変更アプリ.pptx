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C9D5D-BB60-F3F9-23F0-C852CF2CD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C81275D-38D6-7146-28AE-CC29905900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1BDE09-2567-6C04-BD20-E79F8361E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3C9D7B-76B5-189F-B50E-6A7A30637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BA409E-8DEC-B552-14D1-DBE41BD88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6821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C95936-FC12-5EFE-FE5A-AACC19B09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86FAF11-F9BD-94F4-DE39-70C32588D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88DF68-22CF-B7C2-CD34-C29F9349D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D54F79-39FA-7728-2E2C-D213C8E52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434F4D-BBE1-82B9-3FFC-B759FB72B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8035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D3D91F-1DEC-BCCF-9FB6-69AC99309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BDF0DFB-7DF7-67C2-E737-CF06D90B1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F20850-9308-1723-C831-A747725B5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74B13B-D001-4732-8ED8-3CBAEE390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5EAADF-7C9C-84C8-4417-0951E24B4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56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6DAA7A-B09B-2938-6249-E934475D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97B199-4E8E-35D9-E892-EB91445FD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BFB96F7-35F9-3F53-FC59-279E37BF73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142BF3B-1883-58D2-4D21-64D8BFC16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B71128C-966B-533E-3513-15395883C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9DF27A1-FBEA-C9E8-4A0B-2DAC56876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8997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EB204B-DDAA-F293-046F-CE36F74A8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E6BA6A-BD6B-BD83-19AA-771DDB9DFB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1975F66-2DFD-2E51-FEA6-DD286E92C8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1403AF1-88A3-E9EB-6303-7EC52DB51C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BFB914D-D0B0-6A29-458E-DC32DD4E08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B29A05B-FA4A-53AF-F571-70027793A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C5ECE6B-C782-9920-5E09-FA5A44E38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BB1E47A-482F-9538-5598-DF170D964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2693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9825C8-FA3D-A7D4-9A05-5BB47ED1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3A89A5E-E4DC-1D2B-F0A3-452258CCD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74A82E8-B2D3-FE76-0677-5D345A5B6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97CCD99-8C69-D124-E730-20E0562A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235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5185BF2-2671-5BE8-63DD-4ADD48BAD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7FF76EB-8808-257C-C35B-632C03B1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E6691C-C1BB-BDFA-8126-C1F33C5E3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8041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54E656-7467-5EF5-8F23-5152EF5EC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0F1C8E-72EE-A3CA-F818-2C574734C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9D2A236-3C94-727D-D15D-BE735B74C5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62EE22-E557-622A-42AD-EC5CDD0D2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AA0E78-AE73-B45C-CD0E-10FF73DFA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AF3E1B-7B52-D3DD-06A2-872706D4F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5880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990165-E165-6CC6-AF84-3F5471F62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3CE07F8-83FB-2590-C4DF-812AE36C55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95CA7B0-063E-1EB0-3312-2495A1A674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CC75E5A-9ED3-C531-11AA-8C01C432D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4EE362F-D814-8854-04A9-3AF23E401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FF1BD15-2CC0-0892-2F86-E5515A831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4590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A6E855-DA77-D26B-2DCE-45C98D1DB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8B23934-D7BD-85C0-8198-C87C553C0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91A48C-29F8-FECC-1B84-87491C16B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BBD545-12F3-6B8B-67C3-DCF115629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A2CB26-9B13-59BB-035D-98277D66C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3503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13DF708-4036-5771-E268-859814793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606A262-4CE2-BF1D-91D9-84D12B4E9A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4652B4-2A5A-3BBF-0D04-25215C7A8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9682A7-03B0-BC94-92C9-45EFAB359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CB6C65-D2FD-929D-6080-4C81BC14C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4094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96034CB-7B60-C6BA-1A1E-62BF989B7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2C0A0AB-543A-93F4-7AC5-FD607BF93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35590C-D212-7EC3-1F67-BA926990E2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FCF7FB-61B4-45CF-91E0-72EE5D2B5CD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0ADB05-CEB6-FA8C-8EA7-9E32B365ED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9FF23F-C383-8BF3-CBC3-10266083D4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06E92-7131-4484-9535-70149ED85F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8976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30630E-4EB9-CD17-3BC5-C6BC79AC13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色変更アプリ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7236824-1421-C335-8F3C-DC8467D087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1879926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1DBFC47-A2A0-E7FA-2B52-9E55502866BD}"/>
              </a:ext>
            </a:extLst>
          </p:cNvPr>
          <p:cNvSpPr txBox="1"/>
          <p:nvPr/>
        </p:nvSpPr>
        <p:spPr>
          <a:xfrm>
            <a:off x="275303" y="226141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dirty="0"/>
              <a:t>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74338A-8C6E-0787-528F-E88B0328323D}"/>
              </a:ext>
            </a:extLst>
          </p:cNvPr>
          <p:cNvSpPr txBox="1"/>
          <p:nvPr/>
        </p:nvSpPr>
        <p:spPr>
          <a:xfrm>
            <a:off x="275303" y="1465007"/>
            <a:ext cx="63401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ログインする</a:t>
            </a:r>
            <a:endParaRPr kumimoji="1" lang="en-US" altLang="ja-JP" sz="3200" dirty="0"/>
          </a:p>
          <a:p>
            <a:r>
              <a:rPr lang="ja-JP" altLang="en-US" sz="3200" dirty="0"/>
              <a:t>　　↓</a:t>
            </a:r>
            <a:endParaRPr lang="en-US" altLang="ja-JP" sz="3200" dirty="0"/>
          </a:p>
          <a:p>
            <a:r>
              <a:rPr kumimoji="1" lang="ja-JP" altLang="en-US" sz="3200" dirty="0"/>
              <a:t>ボタンを押すと画面の色が変わる</a:t>
            </a:r>
          </a:p>
        </p:txBody>
      </p:sp>
    </p:spTree>
    <p:extLst>
      <p:ext uri="{BB962C8B-B14F-4D97-AF65-F5344CB8AC3E}">
        <p14:creationId xmlns:p14="http://schemas.microsoft.com/office/powerpoint/2010/main" val="265728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84B8-BF06-12E2-206F-44EA5EA3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DFFD936-1EC6-0B7B-BE8F-DFFD8137D907}"/>
              </a:ext>
            </a:extLst>
          </p:cNvPr>
          <p:cNvSpPr txBox="1"/>
          <p:nvPr/>
        </p:nvSpPr>
        <p:spPr>
          <a:xfrm>
            <a:off x="275303" y="226141"/>
            <a:ext cx="26468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dirty="0"/>
              <a:t>画面遷移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56B171C-CC6E-E81B-CCFA-9F8368353B8F}"/>
              </a:ext>
            </a:extLst>
          </p:cNvPr>
          <p:cNvSpPr txBox="1"/>
          <p:nvPr/>
        </p:nvSpPr>
        <p:spPr>
          <a:xfrm>
            <a:off x="275303" y="1465007"/>
            <a:ext cx="582082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dirty="0"/>
              <a:t>main.dart(</a:t>
            </a:r>
            <a:r>
              <a:rPr lang="ja-JP" altLang="en-US" sz="3200" dirty="0"/>
              <a:t>ログイン画面</a:t>
            </a:r>
            <a:r>
              <a:rPr lang="en-US" altLang="ja-JP" sz="3200" dirty="0"/>
              <a:t>)</a:t>
            </a:r>
          </a:p>
          <a:p>
            <a:r>
              <a:rPr lang="ja-JP" altLang="en-US" sz="3200" dirty="0"/>
              <a:t>　　　　↓</a:t>
            </a:r>
            <a:endParaRPr lang="en-US" altLang="ja-JP" sz="3200" dirty="0"/>
          </a:p>
          <a:p>
            <a:r>
              <a:rPr lang="en-US" altLang="ja-JP" sz="3200" dirty="0"/>
              <a:t>color_screen.dart(</a:t>
            </a:r>
            <a:r>
              <a:rPr lang="ja-JP" altLang="en-US" sz="3200"/>
              <a:t>色変更画面</a:t>
            </a:r>
            <a:r>
              <a:rPr lang="en-US" altLang="ja-JP" sz="3200"/>
              <a:t>)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72190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C2595-A635-1D49-8DFE-9C7932CE4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8477C4-2283-1638-F196-E3888C5F329D}"/>
              </a:ext>
            </a:extLst>
          </p:cNvPr>
          <p:cNvSpPr txBox="1"/>
          <p:nvPr/>
        </p:nvSpPr>
        <p:spPr>
          <a:xfrm>
            <a:off x="275303" y="226141"/>
            <a:ext cx="26468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dirty="0"/>
              <a:t>タイトル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EAB1473-9142-4307-D26F-C16A3AE6C3F1}"/>
              </a:ext>
            </a:extLst>
          </p:cNvPr>
          <p:cNvSpPr txBox="1"/>
          <p:nvPr/>
        </p:nvSpPr>
        <p:spPr>
          <a:xfrm>
            <a:off x="275303" y="1465007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内容</a:t>
            </a:r>
          </a:p>
        </p:txBody>
      </p:sp>
    </p:spTree>
    <p:extLst>
      <p:ext uri="{BB962C8B-B14F-4D97-AF65-F5344CB8AC3E}">
        <p14:creationId xmlns:p14="http://schemas.microsoft.com/office/powerpoint/2010/main" val="3554150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43</Words>
  <Application>Microsoft Office PowerPoint</Application>
  <PresentationFormat>ワイド画面</PresentationFormat>
  <Paragraphs>12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色変更アプリ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6</cp:revision>
  <dcterms:created xsi:type="dcterms:W3CDTF">2026-01-14T01:03:03Z</dcterms:created>
  <dcterms:modified xsi:type="dcterms:W3CDTF">2026-01-21T02:42:29Z</dcterms:modified>
</cp:coreProperties>
</file>