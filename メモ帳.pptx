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3C9D5D-BB60-F3F9-23F0-C852CF2CD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81275D-38D6-7146-28AE-CC2990590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1BDE09-2567-6C04-BD20-E79F8361E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3C9D7B-76B5-189F-B50E-6A7A3063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BA409E-8DEC-B552-14D1-DBE41BD8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682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C95936-FC12-5EFE-FE5A-AACC19B0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6FAF11-F9BD-94F4-DE39-70C32588D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88DF68-22CF-B7C2-CD34-C29F9349D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D54F79-39FA-7728-2E2C-D213C8E5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434F4D-BBE1-82B9-3FFC-B759FB72B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803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D3D91F-1DEC-BCCF-9FB6-69AC99309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DF0DFB-7DF7-67C2-E737-CF06D90B1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F20850-9308-1723-C831-A747725B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74B13B-D001-4732-8ED8-3CBAEE390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5EAADF-7C9C-84C8-4417-0951E24B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56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6DAA7A-B09B-2938-6249-E934475D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97B199-4E8E-35D9-E892-EB91445FD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FB96F7-35F9-3F53-FC59-279E37BF7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42BF3B-1883-58D2-4D21-64D8BFC1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71128C-966B-533E-3513-15395883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DF27A1-FBEA-C9E8-4A0B-2DAC5687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899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EB204B-DDAA-F293-046F-CE36F74A8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E6BA6A-BD6B-BD83-19AA-771DDB9DF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975F66-2DFD-2E51-FEA6-DD286E92C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403AF1-88A3-E9EB-6303-7EC52DB51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BFB914D-D0B0-6A29-458E-DC32DD4E0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B29A05B-FA4A-53AF-F571-70027793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C5ECE6B-C782-9920-5E09-FA5A44E3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BB1E47A-482F-9538-5598-DF170D96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69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9825C8-FA3D-A7D4-9A05-5BB47ED1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3A89A5E-E4DC-1D2B-F0A3-452258CCD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74A82E8-B2D3-FE76-0677-5D345A5B6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7CCD99-8C69-D124-E730-20E0562A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235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5185BF2-2671-5BE8-63DD-4ADD48BA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FF76EB-8808-257C-C35B-632C03B1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E6691C-C1BB-BDFA-8126-C1F33C5E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04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54E656-7467-5EF5-8F23-5152EF5EC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0F1C8E-72EE-A3CA-F818-2C574734C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D2A236-3C94-727D-D15D-BE735B74C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62EE22-E557-622A-42AD-EC5CDD0D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AA0E78-AE73-B45C-CD0E-10FF73DF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AF3E1B-7B52-D3DD-06A2-872706D4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588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990165-E165-6CC6-AF84-3F5471F6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3CE07F8-83FB-2590-C4DF-812AE36C5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5CA7B0-063E-1EB0-3312-2495A1A67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C75E5A-9ED3-C531-11AA-8C01C432D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EE362F-D814-8854-04A9-3AF23E401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F1BD15-2CC0-0892-2F86-E5515A83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459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A6E855-DA77-D26B-2DCE-45C98D1D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B23934-D7BD-85C0-8198-C87C553C0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91A48C-29F8-FECC-1B84-87491C16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BBD545-12F3-6B8B-67C3-DCF115629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A2CB26-9B13-59BB-035D-98277D66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50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13DF708-4036-5771-E268-859814793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06A262-4CE2-BF1D-91D9-84D12B4E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4652B4-2A5A-3BBF-0D04-25215C7A8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9682A7-03B0-BC94-92C9-45EFAB35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CB6C65-D2FD-929D-6080-4C81BC14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409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96034CB-7B60-C6BA-1A1E-62BF989B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C0A0AB-543A-93F4-7AC5-FD607BF93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35590C-D212-7EC3-1F67-BA926990E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CF7FB-61B4-45CF-91E0-72EE5D2B5CD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0ADB05-CEB6-FA8C-8EA7-9E32B365E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9FF23F-C383-8BF3-CBC3-10266083D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06E92-7131-4484-9535-70149ED85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897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30630E-4EB9-CD17-3BC5-C6BC79AC13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メモ帳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7236824-1421-C335-8F3C-DC8467D08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宇田川竜聖</a:t>
            </a:r>
          </a:p>
        </p:txBody>
      </p:sp>
    </p:spTree>
    <p:extLst>
      <p:ext uri="{BB962C8B-B14F-4D97-AF65-F5344CB8AC3E}">
        <p14:creationId xmlns:p14="http://schemas.microsoft.com/office/powerpoint/2010/main" val="1879926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DBFC47-A2A0-E7FA-2B52-9E55502866BD}"/>
              </a:ext>
            </a:extLst>
          </p:cNvPr>
          <p:cNvSpPr txBox="1"/>
          <p:nvPr/>
        </p:nvSpPr>
        <p:spPr>
          <a:xfrm>
            <a:off x="275303" y="226141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dirty="0"/>
              <a:t>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F74338A-8C6E-0787-528F-E88B0328323D}"/>
              </a:ext>
            </a:extLst>
          </p:cNvPr>
          <p:cNvSpPr txBox="1"/>
          <p:nvPr/>
        </p:nvSpPr>
        <p:spPr>
          <a:xfrm>
            <a:off x="275303" y="1465007"/>
            <a:ext cx="75713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メモ一覧から新規・既存のメモを開き、</a:t>
            </a:r>
            <a:endParaRPr lang="en-US" altLang="ja-JP" sz="3200" dirty="0"/>
          </a:p>
          <a:p>
            <a:r>
              <a:rPr lang="ja-JP" altLang="en-US" sz="3200" dirty="0"/>
              <a:t>編集して保存する。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5728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4B8-BF06-12E2-206F-44EA5EA3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FFD936-1EC6-0B7B-BE8F-DFFD8137D907}"/>
              </a:ext>
            </a:extLst>
          </p:cNvPr>
          <p:cNvSpPr txBox="1"/>
          <p:nvPr/>
        </p:nvSpPr>
        <p:spPr>
          <a:xfrm>
            <a:off x="275303" y="226141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dirty="0"/>
              <a:t>タイトル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56B171C-CC6E-E81B-CCFA-9F8368353B8F}"/>
              </a:ext>
            </a:extLst>
          </p:cNvPr>
          <p:cNvSpPr txBox="1"/>
          <p:nvPr/>
        </p:nvSpPr>
        <p:spPr>
          <a:xfrm>
            <a:off x="275303" y="146500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3972190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</Words>
  <Application>Microsoft Office PowerPoint</Application>
  <PresentationFormat>ワイド画面</PresentationFormat>
  <Paragraphs>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メモ帳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宇田川 竜聖(zeal23410138)</dc:creator>
  <cp:lastModifiedBy>宇田川 竜聖(zeal23410138)</cp:lastModifiedBy>
  <cp:revision>3</cp:revision>
  <dcterms:created xsi:type="dcterms:W3CDTF">2026-01-14T01:03:03Z</dcterms:created>
  <dcterms:modified xsi:type="dcterms:W3CDTF">2026-01-14T01:42:12Z</dcterms:modified>
</cp:coreProperties>
</file>